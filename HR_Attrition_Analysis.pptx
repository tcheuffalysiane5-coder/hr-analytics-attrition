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Human Resources</c:v>
                  </c:pt>
                  <c:pt idx="2">
                    <c:v>Research &amp; Dev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Taux d'Attrition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Avec Heures Sup. (30,5%)</c:v>
                </c:pt>
                <c:pt idx="1">
                  <c:v>Sans Heures Sup. (10,4%)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30.5</c:v>
                </c:pt>
                <c:pt idx="1">
                  <c:v>10.4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8D6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Salaire Mensuel ($)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Restants</c:v>
                  </c:pt>
                  <c:pt idx="1">
                    <c:v>Partants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6833</c:v>
                </c:pt>
                <c:pt idx="1">
                  <c:v>4787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Âge Moyen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Restants</c:v>
                  </c:pt>
                  <c:pt idx="1">
                    <c:v>Partants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37.6</c:v>
                </c:pt>
                <c:pt idx="1">
                  <c:v>33.6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30"/>
        </c:scaling>
        <c:delete val="0"/>
        <c:axPos val="l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Régression Logistique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87.75</c:v>
                </c:pt>
                <c:pt idx="1">
                  <c:v>88.09</c:v>
                </c:pt>
                <c:pt idx="2">
                  <c:v>87.07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85"/>
        </c:scaling>
        <c:delete val="0"/>
        <c:axPos val="l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F8E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E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B34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Salaire Mensuel</c:v>
                  </c:pt>
                  <c:pt idx="1">
                    <c:v>Âge</c:v>
                  </c:pt>
                  <c:pt idx="2">
                    <c:v>Années d'Expérience</c:v>
                  </c:pt>
                  <c:pt idx="3">
                    <c:v>Ancienneté</c:v>
                  </c:pt>
                  <c:pt idx="4">
                    <c:v>Distance Domicile</c:v>
                  </c:pt>
                  <c:pt idx="5">
                    <c:v>Taux Journalier</c:v>
                  </c:pt>
                  <c:pt idx="6">
                    <c:v>Années avec Manager</c:v>
                  </c:pt>
                  <c:pt idx="7">
                    <c:v>Heures Sup.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0.1</c:v>
                </c:pt>
                <c:pt idx="4">
                  <c:v>0.08</c:v>
                </c:pt>
                <c:pt idx="5">
                  <c:v>0.07</c:v>
                </c:pt>
                <c:pt idx="6">
                  <c:v>0.06</c:v>
                </c:pt>
                <c:pt idx="7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6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9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l'Attrition des Employés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•  SQL  •  Python  • 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IBM HR Employee Attrition — Kaggle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Projet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347472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Tableaux Croisés &amp; Graphiques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920240" cy="347472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05840"/>
            <a:ext cx="192024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Requêtes — 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347472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ML &amp; Clustering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1005840"/>
            <a:ext cx="1920240" cy="347472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005840"/>
            <a:ext cx="192024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Comprendre et prédire l'attrition des employés pour réduire le turnover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011680" cy="201168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1 470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Employés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2011680" cy="20116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Départs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2011680" cy="20116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d'Attrition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005840"/>
            <a:ext cx="2011680" cy="201168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ans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2237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291840"/>
            <a:ext cx="2286000" cy="146304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6 502$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Mensuel Moyen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3291840"/>
            <a:ext cx="2286000" cy="146304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0624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Moyenne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2286000" cy="146304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383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Heures Sup.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SQL — 7 Requêtes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Employés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1 470 employés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Départs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départs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346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par Département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 plus touché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490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par Genre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 plus touchés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058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05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Heures Sup.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1353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30,5% vs 10,4%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9202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9202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202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Salaires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partants gagnent moins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834640"/>
            <a:ext cx="4114800" cy="68580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834640"/>
            <a:ext cx="45720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346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au Travail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satisfaction = plus de départs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par Département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05840"/>
            <a:ext cx="301752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départs / 446 employés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52160" y="1719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20,6%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331720"/>
            <a:ext cx="301752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52160" y="2743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départs / 63 employés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30449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19,0%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3657600"/>
            <a:ext cx="301752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52160" y="4069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départs / 961 employés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43708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 13,8%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Clés de l'Attrition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des Heures Supplémentaires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: Partants vs Restants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128016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Analyse Exploratoire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Moyen selon l'Attrition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1371600"/>
            <a:ext cx="3749040" cy="59436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partants sont en moyenne 4 ans plus jeunes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2148840"/>
            <a:ext cx="3749040" cy="59436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2240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partants gagnent 2 046$ de moins par mois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2926080"/>
            <a:ext cx="3749040" cy="59436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heures sup. triplent le risque d'attrition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3703320"/>
            <a:ext cx="3749040" cy="59436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3794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satisfaction = plus de départs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Comparaison des Modèles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914400"/>
            <a:ext cx="3017520" cy="118872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52160" y="960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52160" y="1325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87,75%  |  Recall : 0,15  |  F1 : 0,25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760720" y="2286000"/>
            <a:ext cx="3017520" cy="118872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2331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697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88,09%  |  Recall : 0,13  |  F1 : 0,22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3657600"/>
            <a:ext cx="3017520" cy="118872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🏆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52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87,07%  |  Recall : 0,26  |  F1 : 0,34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XGBoost sélectionné : Meilleur AUC &amp; Recall pour détecter les départs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— Facteurs d'Attrition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K-Means — Profils des Employés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74904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Risque Élevé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Moy.: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Moy.: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4 117$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Jeunes, faible salaire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886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Très Élevé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51760" cy="374904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Risque Moyen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Moy.: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Moy.: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5 736$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337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Jeunes, salaire moyen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886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3886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Moyen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005840"/>
            <a:ext cx="2651760" cy="374904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Risque Faible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1691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Moy.: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ans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Moy.: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240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12 721$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788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788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337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Seniors, bon salaire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3886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3886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Faible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Dashboard Interactif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11193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1 470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8288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8288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6 502$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Moy.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097280"/>
            <a:ext cx="18288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143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Moy.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4023360" cy="2560320"/>
          </a:xfrm>
          <a:prstGeom prst="rect">
            <a:avLst/>
          </a:prstGeom>
          <a:solidFill>
            <a:srgbClr val="0D1530"/>
          </a:solidFill>
          <a:ln w="12700">
            <a:solidFill>
              <a:srgbClr val="6B7F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par Département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3749040" cy="2560320"/>
          </a:xfrm>
          <a:prstGeom prst="rect">
            <a:avLst/>
          </a:prstGeom>
          <a:solidFill>
            <a:srgbClr val="0D1530"/>
          </a:solidFill>
          <a:ln w="12700">
            <a:solidFill>
              <a:srgbClr val="6B7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par Genre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: Département  |  Genre  |  Statut Marital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Recommandations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employés qui partent sont majoritairement jeunes, faiblement rémunérés, dans Sales et font des heures sup.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2336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548640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les Salaires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aux jeunes employés du Cluster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548640" cy="10972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288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Heures Sup.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331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multiplié par 3x — action urgente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2336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548640" cy="10972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de Carrière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de rétention pour le Cluster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23360" cy="109728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00400"/>
            <a:ext cx="548640" cy="10972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004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 département Sales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20,6% — département prioritaire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6B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•  SQL  •  Python/ML  •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ML — Anticipation des Départs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calcule un score de risque pour chaque employé — le RH agit AVANT le départ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846320" cy="3200400"/>
          </a:xfrm>
          <a:prstGeom prst="rect">
            <a:avLst/>
          </a:prstGeom>
          <a:solidFill>
            <a:srgbClr val="0D153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Python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 de risque pour chaque employé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df['Score_Risque'] = xgb.predict_proba(X)[:,1] * 100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140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Niveau de risque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df['Niveau_Risque'] = pd.cut(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df['Score_Risque'],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bins=[0, 30, 60, 100],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198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labels=['Faible','Moyen','Elevé']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6210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pour Power BI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df.to_csv('HR_predictions.csv', index=False)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1600200"/>
            <a:ext cx="3383280" cy="685800"/>
          </a:xfrm>
          <a:prstGeom prst="rect">
            <a:avLst/>
          </a:prstGeom>
          <a:solidFill>
            <a:srgbClr val="111936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0" y="1600200"/>
            <a:ext cx="411480" cy="685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6002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16367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92024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départ 0-100% pour chaque employé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94960" y="2423160"/>
            <a:ext cx="3383280" cy="685800"/>
          </a:xfrm>
          <a:prstGeom prst="rect">
            <a:avLst/>
          </a:prstGeom>
          <a:solidFill>
            <a:srgbClr val="111936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423160"/>
            <a:ext cx="411480" cy="6858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4231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0" y="24597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le risque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74320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Élevé (&gt;60%)  🟡 Moyen (30-60%)  🟢 Faible (&lt;30%)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3246120"/>
            <a:ext cx="3383280" cy="685800"/>
          </a:xfrm>
          <a:prstGeom prst="rect">
            <a:avLst/>
          </a:prstGeom>
          <a:solidFill>
            <a:srgbClr val="111936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94960" y="3246120"/>
            <a:ext cx="411480" cy="6858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2461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852160" y="32826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vers Power BI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56616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enrichi avec scores importé dans le dashboard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94960" y="4069080"/>
            <a:ext cx="3383280" cy="685800"/>
          </a:xfrm>
          <a:prstGeom prst="rect">
            <a:avLst/>
          </a:prstGeom>
          <a:solidFill>
            <a:srgbClr val="111936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94960" y="4069080"/>
            <a:ext cx="411480" cy="6858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40690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4105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RH ciblée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438912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Entretien, augmentation ou formation selon le profil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ML : on réagit APRÈS le départ  •  Avec ML : on agit AVANT le départ 💪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- Analyse de l Attrition</dc:title>
  <dc:subject>PptxGenJS Presentation</dc:subject>
  <dc:creator>PptxGenJS</dc:creator>
  <cp:lastModifiedBy>PptxGenJS</cp:lastModifiedBy>
  <cp:revision>1</cp:revision>
  <dcterms:created xsi:type="dcterms:W3CDTF">2026-05-11T21:14:55Z</dcterms:created>
  <dcterms:modified xsi:type="dcterms:W3CDTF">2026-05-11T21:14:55Z</dcterms:modified>
</cp:coreProperties>
</file>